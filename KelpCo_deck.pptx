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4C5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0"/>
            <a:ext cx="1218552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201168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Georgia"/>
              </a:rPr>
              <a:t>Roasted at the tide line.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20624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F3E9D2"/>
                </a:solidFill>
                <a:latin typeface="Segoe UI"/>
              </a:rPr>
              <a:t>Kelp &amp; Co  |  Q4 wholesale overview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4864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9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0F4C5C"/>
                </a:solidFill>
                <a:latin typeface="Georgia"/>
              </a:rPr>
              <a:t>Three coffees this season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828800"/>
            <a:ext cx="3474720" cy="3291840"/>
          </a:xfrm>
          <a:prstGeom prst="rect">
            <a:avLst/>
          </a:prstGeom>
          <a:solidFill>
            <a:srgbClr val="FFFFFF"/>
          </a:solidFill>
          <a:ln>
            <a:solidFill>
              <a:srgbClr val="0F4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828800"/>
            <a:ext cx="3474720" cy="137160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19456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4C5C"/>
                </a:solidFill>
                <a:latin typeface="Georgia"/>
              </a:rPr>
              <a:t>Low Tide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01752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B1B1B"/>
                </a:solidFill>
                <a:latin typeface="Segoe UI"/>
              </a:rPr>
              <a:t>Washed Ethiopian. Tea-like, citrus, light roast.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828800"/>
            <a:ext cx="3474720" cy="3291840"/>
          </a:xfrm>
          <a:prstGeom prst="rect">
            <a:avLst/>
          </a:prstGeom>
          <a:solidFill>
            <a:srgbClr val="FFFFFF"/>
          </a:solidFill>
          <a:ln>
            <a:solidFill>
              <a:srgbClr val="0F4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0" y="1828800"/>
            <a:ext cx="3474720" cy="137160"/>
          </a:xfrm>
          <a:prstGeom prst="rect">
            <a:avLst/>
          </a:prstGeom>
          <a:solidFill>
            <a:srgbClr val="E36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19456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4C5C"/>
                </a:solidFill>
                <a:latin typeface="Georgia"/>
              </a:rPr>
              <a:t>High Tide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301752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B1B1B"/>
                </a:solidFill>
                <a:latin typeface="Segoe UI"/>
              </a:rPr>
              <a:t>Colombian blend. Chocolate and orange peel, medium roast.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59" y="1828800"/>
            <a:ext cx="3474720" cy="3291840"/>
          </a:xfrm>
          <a:prstGeom prst="rect">
            <a:avLst/>
          </a:prstGeom>
          <a:solidFill>
            <a:srgbClr val="FFFFFF"/>
          </a:solidFill>
          <a:ln>
            <a:solidFill>
              <a:srgbClr val="0F4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38159" y="1828800"/>
            <a:ext cx="3474720" cy="137160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59" y="219456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4C5C"/>
                </a:solidFill>
                <a:latin typeface="Georgia"/>
              </a:rPr>
              <a:t>Driftwood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59" y="301752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B1B1B"/>
                </a:solidFill>
                <a:latin typeface="Segoe UI"/>
              </a:rPr>
              <a:t>Sumatra. Heavy body, cedar and dark cocoa, dark roast.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4C5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tte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035040" y="1463040"/>
            <a:ext cx="5486400" cy="3931920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0" y="182880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Georgia"/>
              </a:rPr>
              <a:t>Visit the roastery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310896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F3E9D2"/>
                </a:solidFill>
                <a:latin typeface="Segoe UI"/>
              </a:rPr>
              <a:t>Saturday and Sunday, 8:00 to 14:00. Bring a mug and we take 50 cents off.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7548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3E9D2"/>
                </a:solidFill>
                <a:latin typeface="Segoe UI"/>
              </a:rPr>
              <a:t>Kelp &amp; Co is a fictional demo brand.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